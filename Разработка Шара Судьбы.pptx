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E5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30"/>
            <a:ext cx="2356674" cy="6853283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11" name="Freeform 27"/>
            <p:cNvSpPr/>
            <p:nvPr/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45053" y="457199"/>
            <a:ext cx="10159633" cy="680165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latin typeface="Cascadia Mono ExtraLight" panose="020B0609020000020004" pitchFamily="49" charset="0"/>
                <a:cs typeface="Cascadia Mono ExtraLight" panose="020B0609020000020004" pitchFamily="49" charset="0"/>
              </a:rPr>
              <a:t>Разработка Шара Судьбы</a:t>
            </a:r>
            <a:endParaRPr lang="ru-RU" dirty="0">
              <a:latin typeface="Cascadia Mono ExtraLight" panose="020B0609020000020004" pitchFamily="49" charset="0"/>
              <a:cs typeface="Cascadia Mono ExtraLight" panose="020B0609020000020004" pitchFamily="49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7614138" y="4988395"/>
            <a:ext cx="4193931" cy="1473952"/>
          </a:xfrm>
        </p:spPr>
        <p:txBody>
          <a:bodyPr>
            <a:normAutofit lnSpcReduction="10000"/>
          </a:bodyPr>
          <a:lstStyle/>
          <a:p>
            <a:r>
              <a:rPr lang="ru-RU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Мешков Дмитрий – </a:t>
            </a:r>
            <a:r>
              <a:rPr lang="en-US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Baskerville Old Face" panose="02020602080505020303" pitchFamily="18" charset="0"/>
              </a:rPr>
              <a:t>manager</a:t>
            </a:r>
          </a:p>
          <a:p>
            <a:r>
              <a:rPr lang="ru-RU" dirty="0" err="1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Тайченачев</a:t>
            </a:r>
            <a:r>
              <a:rPr lang="ru-RU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 Антон – </a:t>
            </a:r>
            <a:r>
              <a:rPr lang="en-US" dirty="0" err="1" smtClean="0">
                <a:solidFill>
                  <a:schemeClr val="accent1">
                    <a:lumMod val="40000"/>
                    <a:lumOff val="60000"/>
                  </a:schemeClr>
                </a:solidFill>
                <a:latin typeface="Baskerville Old Face" panose="02020602080505020303" pitchFamily="18" charset="0"/>
              </a:rPr>
              <a:t>backender</a:t>
            </a:r>
            <a:endParaRPr lang="en-US" dirty="0" smtClean="0">
              <a:solidFill>
                <a:schemeClr val="accent1">
                  <a:lumMod val="40000"/>
                  <a:lumOff val="60000"/>
                </a:schemeClr>
              </a:solidFill>
              <a:latin typeface="Baskerville Old Face" panose="02020602080505020303" pitchFamily="18" charset="0"/>
            </a:endParaRPr>
          </a:p>
          <a:p>
            <a:r>
              <a:rPr lang="ru-RU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Наумова Александра – </a:t>
            </a:r>
            <a:r>
              <a:rPr lang="en-US" dirty="0" err="1" smtClean="0">
                <a:solidFill>
                  <a:schemeClr val="accent1">
                    <a:lumMod val="40000"/>
                    <a:lumOff val="60000"/>
                  </a:schemeClr>
                </a:solidFill>
                <a:latin typeface="Baskerville Old Face" panose="02020602080505020303" pitchFamily="18" charset="0"/>
              </a:rPr>
              <a:t>frontender</a:t>
            </a:r>
            <a:endParaRPr lang="en-US" dirty="0" smtClean="0">
              <a:solidFill>
                <a:schemeClr val="accent1">
                  <a:lumMod val="40000"/>
                  <a:lumOff val="60000"/>
                </a:schemeClr>
              </a:solidFill>
              <a:latin typeface="Baskerville Old Face" panose="02020602080505020303" pitchFamily="18" charset="0"/>
            </a:endParaRPr>
          </a:p>
          <a:p>
            <a:r>
              <a:rPr lang="ru-RU" dirty="0" err="1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Бондарцева</a:t>
            </a:r>
            <a:r>
              <a:rPr lang="ru-RU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 Екатерина - </a:t>
            </a:r>
            <a:r>
              <a:rPr lang="en-US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Baskerville Old Face" panose="02020602080505020303" pitchFamily="18" charset="0"/>
              </a:rPr>
              <a:t>designer</a:t>
            </a:r>
          </a:p>
          <a:p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125" b="94688" l="10000" r="90000">
                        <a14:foregroundMark x1="19844" y1="19688" x2="19844" y2="19688"/>
                        <a14:foregroundMark x1="18125" y1="21250" x2="18125" y2="21250"/>
                        <a14:foregroundMark x1="16719" y1="23125" x2="16719" y2="2312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0985" y="1799902"/>
            <a:ext cx="4051675" cy="4051675"/>
          </a:xfrm>
          <a:prstGeom prst="rect">
            <a:avLst/>
          </a:prstGeom>
        </p:spPr>
      </p:pic>
      <p:sp>
        <p:nvSpPr>
          <p:cNvPr id="6" name="5-конечная звезда 5"/>
          <p:cNvSpPr/>
          <p:nvPr/>
        </p:nvSpPr>
        <p:spPr>
          <a:xfrm>
            <a:off x="8335108" y="1512277"/>
            <a:ext cx="474784" cy="422031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5-конечная звезда 6"/>
          <p:cNvSpPr/>
          <p:nvPr/>
        </p:nvSpPr>
        <p:spPr>
          <a:xfrm>
            <a:off x="2739170" y="3654721"/>
            <a:ext cx="474784" cy="422031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7" name="Группа 16"/>
          <p:cNvGrpSpPr/>
          <p:nvPr/>
        </p:nvGrpSpPr>
        <p:grpSpPr>
          <a:xfrm>
            <a:off x="3345485" y="1714332"/>
            <a:ext cx="1014187" cy="960195"/>
            <a:chOff x="3246856" y="1333733"/>
            <a:chExt cx="914088" cy="1168867"/>
          </a:xfrm>
        </p:grpSpPr>
        <p:sp>
          <p:nvSpPr>
            <p:cNvPr id="16" name="5-конечная звезда 15"/>
            <p:cNvSpPr/>
            <p:nvPr/>
          </p:nvSpPr>
          <p:spPr>
            <a:xfrm rot="19977805">
              <a:off x="3246856" y="1333733"/>
              <a:ext cx="914088" cy="1168867"/>
            </a:xfrm>
            <a:prstGeom prst="star5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5-конечная звезда 7"/>
            <p:cNvSpPr/>
            <p:nvPr/>
          </p:nvSpPr>
          <p:spPr>
            <a:xfrm rot="19977805">
              <a:off x="3339019" y="1465361"/>
              <a:ext cx="729762" cy="905608"/>
            </a:xfrm>
            <a:prstGeom prst="star5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9" name="4-конечная звезда 8"/>
          <p:cNvSpPr/>
          <p:nvPr/>
        </p:nvSpPr>
        <p:spPr>
          <a:xfrm>
            <a:off x="7455876" y="3884960"/>
            <a:ext cx="316523" cy="835269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4-конечная звезда 11"/>
          <p:cNvSpPr/>
          <p:nvPr/>
        </p:nvSpPr>
        <p:spPr>
          <a:xfrm rot="17988062">
            <a:off x="3357364" y="3056355"/>
            <a:ext cx="384527" cy="462679"/>
          </a:xfrm>
          <a:prstGeom prst="star4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4-конечная звезда 12"/>
          <p:cNvSpPr/>
          <p:nvPr/>
        </p:nvSpPr>
        <p:spPr>
          <a:xfrm rot="19822438">
            <a:off x="5818413" y="1248056"/>
            <a:ext cx="369276" cy="515592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4-конечная звезда 13"/>
          <p:cNvSpPr/>
          <p:nvPr/>
        </p:nvSpPr>
        <p:spPr>
          <a:xfrm rot="787974">
            <a:off x="9937687" y="643706"/>
            <a:ext cx="449815" cy="459691"/>
          </a:xfrm>
          <a:prstGeom prst="star4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4-конечная звезда 14"/>
          <p:cNvSpPr/>
          <p:nvPr/>
        </p:nvSpPr>
        <p:spPr>
          <a:xfrm>
            <a:off x="3912250" y="4720229"/>
            <a:ext cx="334107" cy="758117"/>
          </a:xfrm>
          <a:prstGeom prst="star4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 dirty="0"/>
          </a:p>
        </p:txBody>
      </p:sp>
      <p:grpSp>
        <p:nvGrpSpPr>
          <p:cNvPr id="18" name="Группа 17"/>
          <p:cNvGrpSpPr/>
          <p:nvPr/>
        </p:nvGrpSpPr>
        <p:grpSpPr>
          <a:xfrm rot="3402900">
            <a:off x="7353797" y="2170411"/>
            <a:ext cx="488761" cy="549043"/>
            <a:chOff x="3246856" y="1333733"/>
            <a:chExt cx="914088" cy="1168867"/>
          </a:xfrm>
        </p:grpSpPr>
        <p:sp>
          <p:nvSpPr>
            <p:cNvPr id="19" name="5-конечная звезда 18"/>
            <p:cNvSpPr/>
            <p:nvPr/>
          </p:nvSpPr>
          <p:spPr>
            <a:xfrm rot="19977805">
              <a:off x="3246856" y="1333733"/>
              <a:ext cx="914088" cy="1168867"/>
            </a:xfrm>
            <a:prstGeom prst="star5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5-конечная звезда 19"/>
            <p:cNvSpPr/>
            <p:nvPr/>
          </p:nvSpPr>
          <p:spPr>
            <a:xfrm rot="19977805">
              <a:off x="3339019" y="1465361"/>
              <a:ext cx="729762" cy="905608"/>
            </a:xfrm>
            <a:prstGeom prst="star5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1" name="4-конечная звезда 20"/>
          <p:cNvSpPr/>
          <p:nvPr/>
        </p:nvSpPr>
        <p:spPr>
          <a:xfrm rot="19580768">
            <a:off x="8333829" y="2344158"/>
            <a:ext cx="255345" cy="339897"/>
          </a:xfrm>
          <a:prstGeom prst="star4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4-конечная звезда 21"/>
          <p:cNvSpPr/>
          <p:nvPr/>
        </p:nvSpPr>
        <p:spPr>
          <a:xfrm rot="19580768">
            <a:off x="7551683" y="1297760"/>
            <a:ext cx="459057" cy="271488"/>
          </a:xfrm>
          <a:prstGeom prst="star4">
            <a:avLst/>
          </a:prstGeom>
          <a:solidFill>
            <a:schemeClr val="tx2">
              <a:lumMod val="75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3" name="Группа 22"/>
          <p:cNvGrpSpPr/>
          <p:nvPr/>
        </p:nvGrpSpPr>
        <p:grpSpPr>
          <a:xfrm rot="1014596">
            <a:off x="9074525" y="1170606"/>
            <a:ext cx="677687" cy="683342"/>
            <a:chOff x="3246856" y="1333733"/>
            <a:chExt cx="914088" cy="1168867"/>
          </a:xfrm>
        </p:grpSpPr>
        <p:sp>
          <p:nvSpPr>
            <p:cNvPr id="24" name="5-конечная звезда 23"/>
            <p:cNvSpPr/>
            <p:nvPr/>
          </p:nvSpPr>
          <p:spPr>
            <a:xfrm rot="19977805">
              <a:off x="3246856" y="1333733"/>
              <a:ext cx="914088" cy="1168867"/>
            </a:xfrm>
            <a:prstGeom prst="star5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5-конечная звезда 24"/>
            <p:cNvSpPr/>
            <p:nvPr/>
          </p:nvSpPr>
          <p:spPr>
            <a:xfrm rot="19977805">
              <a:off x="3339019" y="1465361"/>
              <a:ext cx="729762" cy="905608"/>
            </a:xfrm>
            <a:prstGeom prst="star5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6" name="4-конечная звезда 25"/>
          <p:cNvSpPr/>
          <p:nvPr/>
        </p:nvSpPr>
        <p:spPr>
          <a:xfrm rot="16995135">
            <a:off x="3432647" y="4097352"/>
            <a:ext cx="673133" cy="466835"/>
          </a:xfrm>
          <a:prstGeom prst="star4">
            <a:avLst/>
          </a:prstGeom>
          <a:solidFill>
            <a:schemeClr val="tx2">
              <a:lumMod val="75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4-конечная звезда 26"/>
          <p:cNvSpPr/>
          <p:nvPr/>
        </p:nvSpPr>
        <p:spPr>
          <a:xfrm rot="5849689">
            <a:off x="2567793" y="2435905"/>
            <a:ext cx="764724" cy="438554"/>
          </a:xfrm>
          <a:prstGeom prst="star4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5-конечная звезда 27"/>
          <p:cNvSpPr/>
          <p:nvPr/>
        </p:nvSpPr>
        <p:spPr>
          <a:xfrm rot="2018581">
            <a:off x="7647302" y="3110300"/>
            <a:ext cx="474784" cy="422031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5-конечная звезда 28"/>
          <p:cNvSpPr/>
          <p:nvPr/>
        </p:nvSpPr>
        <p:spPr>
          <a:xfrm rot="2018581">
            <a:off x="10701163" y="277150"/>
            <a:ext cx="474784" cy="422031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5-конечная звезда 29"/>
          <p:cNvSpPr/>
          <p:nvPr/>
        </p:nvSpPr>
        <p:spPr>
          <a:xfrm rot="19346456">
            <a:off x="6764469" y="1466661"/>
            <a:ext cx="474784" cy="422031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31" name="Группа 30"/>
          <p:cNvGrpSpPr/>
          <p:nvPr/>
        </p:nvGrpSpPr>
        <p:grpSpPr>
          <a:xfrm rot="3511581">
            <a:off x="8331080" y="3145385"/>
            <a:ext cx="511784" cy="520690"/>
            <a:chOff x="3246856" y="1333733"/>
            <a:chExt cx="914088" cy="1168867"/>
          </a:xfrm>
        </p:grpSpPr>
        <p:sp>
          <p:nvSpPr>
            <p:cNvPr id="32" name="5-конечная звезда 31"/>
            <p:cNvSpPr/>
            <p:nvPr/>
          </p:nvSpPr>
          <p:spPr>
            <a:xfrm rot="19977805">
              <a:off x="3246856" y="1333733"/>
              <a:ext cx="914088" cy="1168867"/>
            </a:xfrm>
            <a:prstGeom prst="star5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3" name="5-конечная звезда 32"/>
            <p:cNvSpPr/>
            <p:nvPr/>
          </p:nvSpPr>
          <p:spPr>
            <a:xfrm rot="19977805">
              <a:off x="3339019" y="1465361"/>
              <a:ext cx="729762" cy="905608"/>
            </a:xfrm>
            <a:prstGeom prst="star5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34" name="4-конечная звезда 33"/>
          <p:cNvSpPr/>
          <p:nvPr/>
        </p:nvSpPr>
        <p:spPr>
          <a:xfrm rot="19580768">
            <a:off x="3190180" y="4610923"/>
            <a:ext cx="255345" cy="339897"/>
          </a:xfrm>
          <a:prstGeom prst="star4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4-конечная звезда 34"/>
          <p:cNvSpPr/>
          <p:nvPr/>
        </p:nvSpPr>
        <p:spPr>
          <a:xfrm rot="19580768">
            <a:off x="4875342" y="1374260"/>
            <a:ext cx="527485" cy="423252"/>
          </a:xfrm>
          <a:prstGeom prst="star4">
            <a:avLst>
              <a:gd name="adj" fmla="val 29176"/>
            </a:avLst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4-конечная звезда 35"/>
          <p:cNvSpPr/>
          <p:nvPr/>
        </p:nvSpPr>
        <p:spPr>
          <a:xfrm rot="20485174">
            <a:off x="8900010" y="2190034"/>
            <a:ext cx="504329" cy="648144"/>
          </a:xfrm>
          <a:prstGeom prst="star4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4-конечная звезда 36"/>
          <p:cNvSpPr/>
          <p:nvPr/>
        </p:nvSpPr>
        <p:spPr>
          <a:xfrm rot="19580768">
            <a:off x="11325875" y="105158"/>
            <a:ext cx="255345" cy="339897"/>
          </a:xfrm>
          <a:prstGeom prst="star4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4-конечная звезда 37"/>
          <p:cNvSpPr/>
          <p:nvPr/>
        </p:nvSpPr>
        <p:spPr>
          <a:xfrm rot="19580768">
            <a:off x="10034921" y="1370289"/>
            <a:ext cx="255345" cy="339897"/>
          </a:xfrm>
          <a:prstGeom prst="star4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4-конечная звезда 40"/>
          <p:cNvSpPr/>
          <p:nvPr/>
        </p:nvSpPr>
        <p:spPr>
          <a:xfrm>
            <a:off x="10624018" y="898412"/>
            <a:ext cx="282977" cy="477904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2856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2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0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2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 tmFilter="0, 0; .2, .5; .8, .5; 1, 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250" autoRev="1" fill="hold"/>
                                        <p:tgtEl>
                                          <p:spTgt spid="3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 tmFilter="0, 0; .2, .5; .8, .5; 1, 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0" dur="250" autoRev="1" fill="hold"/>
                                        <p:tgtEl>
                                          <p:spTgt spid="2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4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 tmFilter="0, 0; .2, .5; .8, .5; 1, 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" dur="250" autoRev="1" fill="hold"/>
                                        <p:tgtEl>
                                          <p:spTgt spid="3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2" dur="25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3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 tmFilter="0, 0; .2, .5; .8, .5; 1, 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5" dur="250" autoRev="1" fill="hold"/>
                                        <p:tgtEl>
                                          <p:spTgt spid="3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2" grpId="0" animBg="1"/>
      <p:bldP spid="13" grpId="0" animBg="1"/>
      <p:bldP spid="15" grpId="0" animBg="1"/>
      <p:bldP spid="26" grpId="0" animBg="1"/>
      <p:bldP spid="27" grpId="0" animBg="1"/>
      <p:bldP spid="29" grpId="0" animBg="1"/>
      <p:bldP spid="30" grpId="0" animBg="1"/>
      <p:bldP spid="34" grpId="0" animBg="1"/>
      <p:bldP spid="35" grpId="0" animBg="1"/>
      <p:bldP spid="4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39010" y="360340"/>
            <a:ext cx="7799581" cy="1354160"/>
          </a:xfrm>
        </p:spPr>
        <p:txBody>
          <a:bodyPr>
            <a:noAutofit/>
          </a:bodyPr>
          <a:lstStyle/>
          <a:p>
            <a:r>
              <a:rPr lang="ru-RU" sz="4800" dirty="0" smtClean="0">
                <a:latin typeface="Cascadia Code ExtraLight" panose="020B0609020000020004" pitchFamily="49" charset="0"/>
                <a:cs typeface="Cascadia Code ExtraLight" panose="020B0609020000020004" pitchFamily="49" charset="0"/>
              </a:rPr>
              <a:t>Скажите волшебный вопрос…</a:t>
            </a:r>
            <a:endParaRPr lang="ru-RU" sz="4800" dirty="0">
              <a:latin typeface="Cascadia Code ExtraLight" panose="020B0609020000020004" pitchFamily="49" charset="0"/>
              <a:cs typeface="Cascadia Code ExtraLight" panose="020B0609020000020004" pitchFamily="49" charset="0"/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19" r="18415"/>
          <a:stretch/>
        </p:blipFill>
        <p:spPr>
          <a:xfrm>
            <a:off x="3579323" y="1799491"/>
            <a:ext cx="5530362" cy="4570230"/>
          </a:xfrm>
        </p:spPr>
      </p:pic>
      <p:grpSp>
        <p:nvGrpSpPr>
          <p:cNvPr id="5" name="Группа 4"/>
          <p:cNvGrpSpPr/>
          <p:nvPr/>
        </p:nvGrpSpPr>
        <p:grpSpPr>
          <a:xfrm>
            <a:off x="2221055" y="2181986"/>
            <a:ext cx="1014187" cy="960195"/>
            <a:chOff x="3246856" y="1333733"/>
            <a:chExt cx="914088" cy="1168867"/>
          </a:xfrm>
        </p:grpSpPr>
        <p:sp>
          <p:nvSpPr>
            <p:cNvPr id="6" name="5-конечная звезда 5"/>
            <p:cNvSpPr/>
            <p:nvPr/>
          </p:nvSpPr>
          <p:spPr>
            <a:xfrm rot="19977805">
              <a:off x="3246856" y="1333733"/>
              <a:ext cx="914088" cy="1168867"/>
            </a:xfrm>
            <a:prstGeom prst="star5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5-конечная звезда 6"/>
            <p:cNvSpPr/>
            <p:nvPr/>
          </p:nvSpPr>
          <p:spPr>
            <a:xfrm rot="19977805">
              <a:off x="3339019" y="1465361"/>
              <a:ext cx="729762" cy="905608"/>
            </a:xfrm>
            <a:prstGeom prst="star5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8" name="4-конечная звезда 7"/>
          <p:cNvSpPr/>
          <p:nvPr/>
        </p:nvSpPr>
        <p:spPr>
          <a:xfrm rot="19822438">
            <a:off x="9394252" y="2061520"/>
            <a:ext cx="369276" cy="515592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4-конечная звезда 8"/>
          <p:cNvSpPr/>
          <p:nvPr/>
        </p:nvSpPr>
        <p:spPr>
          <a:xfrm rot="20246706">
            <a:off x="2312463" y="4720271"/>
            <a:ext cx="552882" cy="704627"/>
          </a:xfrm>
          <a:prstGeom prst="star4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 dirty="0"/>
          </a:p>
        </p:txBody>
      </p:sp>
      <p:sp>
        <p:nvSpPr>
          <p:cNvPr id="10" name="4-конечная звезда 9"/>
          <p:cNvSpPr/>
          <p:nvPr/>
        </p:nvSpPr>
        <p:spPr>
          <a:xfrm rot="19580768">
            <a:off x="10110447" y="1661302"/>
            <a:ext cx="255345" cy="339897"/>
          </a:xfrm>
          <a:prstGeom prst="star4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4-конечная звезда 10"/>
          <p:cNvSpPr/>
          <p:nvPr/>
        </p:nvSpPr>
        <p:spPr>
          <a:xfrm rot="19580768">
            <a:off x="8749250" y="1243096"/>
            <a:ext cx="459057" cy="271488"/>
          </a:xfrm>
          <a:prstGeom prst="star4">
            <a:avLst/>
          </a:prstGeom>
          <a:solidFill>
            <a:schemeClr val="tx2">
              <a:lumMod val="75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2" name="Группа 11"/>
          <p:cNvGrpSpPr/>
          <p:nvPr/>
        </p:nvGrpSpPr>
        <p:grpSpPr>
          <a:xfrm rot="1014596">
            <a:off x="9453392" y="597214"/>
            <a:ext cx="677687" cy="683342"/>
            <a:chOff x="3246856" y="1333733"/>
            <a:chExt cx="914088" cy="1168867"/>
          </a:xfrm>
        </p:grpSpPr>
        <p:sp>
          <p:nvSpPr>
            <p:cNvPr id="13" name="5-конечная звезда 12"/>
            <p:cNvSpPr/>
            <p:nvPr/>
          </p:nvSpPr>
          <p:spPr>
            <a:xfrm rot="19977805">
              <a:off x="3246856" y="1333733"/>
              <a:ext cx="914088" cy="1168867"/>
            </a:xfrm>
            <a:prstGeom prst="star5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5-конечная звезда 13"/>
            <p:cNvSpPr/>
            <p:nvPr/>
          </p:nvSpPr>
          <p:spPr>
            <a:xfrm rot="19977805">
              <a:off x="3339019" y="1465361"/>
              <a:ext cx="729762" cy="905608"/>
            </a:xfrm>
            <a:prstGeom prst="star5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5" name="4-конечная звезда 14"/>
          <p:cNvSpPr/>
          <p:nvPr/>
        </p:nvSpPr>
        <p:spPr>
          <a:xfrm rot="16995135">
            <a:off x="2166261" y="3639254"/>
            <a:ext cx="673133" cy="466835"/>
          </a:xfrm>
          <a:prstGeom prst="star4">
            <a:avLst/>
          </a:prstGeom>
          <a:solidFill>
            <a:schemeClr val="tx2">
              <a:lumMod val="75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5-конечная звезда 15"/>
          <p:cNvSpPr/>
          <p:nvPr/>
        </p:nvSpPr>
        <p:spPr>
          <a:xfrm rot="2018581">
            <a:off x="9270581" y="3109202"/>
            <a:ext cx="474784" cy="422031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5-конечная звезда 16"/>
          <p:cNvSpPr/>
          <p:nvPr/>
        </p:nvSpPr>
        <p:spPr>
          <a:xfrm>
            <a:off x="9186113" y="5379040"/>
            <a:ext cx="474784" cy="422031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8" name="Группа 17"/>
          <p:cNvGrpSpPr/>
          <p:nvPr/>
        </p:nvGrpSpPr>
        <p:grpSpPr>
          <a:xfrm rot="3402900">
            <a:off x="9527371" y="4334211"/>
            <a:ext cx="488761" cy="549043"/>
            <a:chOff x="3246856" y="1333733"/>
            <a:chExt cx="914088" cy="1168867"/>
          </a:xfrm>
        </p:grpSpPr>
        <p:sp>
          <p:nvSpPr>
            <p:cNvPr id="19" name="5-конечная звезда 18"/>
            <p:cNvSpPr/>
            <p:nvPr/>
          </p:nvSpPr>
          <p:spPr>
            <a:xfrm rot="19977805">
              <a:off x="3246856" y="1333733"/>
              <a:ext cx="914088" cy="1168867"/>
            </a:xfrm>
            <a:prstGeom prst="star5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5-конечная звезда 19"/>
            <p:cNvSpPr/>
            <p:nvPr/>
          </p:nvSpPr>
          <p:spPr>
            <a:xfrm rot="19977805">
              <a:off x="3339019" y="1465361"/>
              <a:ext cx="729762" cy="905608"/>
            </a:xfrm>
            <a:prstGeom prst="star5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1" name="4-конечная звезда 20"/>
          <p:cNvSpPr/>
          <p:nvPr/>
        </p:nvSpPr>
        <p:spPr>
          <a:xfrm rot="19580768">
            <a:off x="7629925" y="1276124"/>
            <a:ext cx="255345" cy="339897"/>
          </a:xfrm>
          <a:prstGeom prst="star4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4-конечная звезда 21"/>
          <p:cNvSpPr/>
          <p:nvPr/>
        </p:nvSpPr>
        <p:spPr>
          <a:xfrm rot="19580768">
            <a:off x="10365720" y="474051"/>
            <a:ext cx="459057" cy="599345"/>
          </a:xfrm>
          <a:prstGeom prst="star4">
            <a:avLst/>
          </a:prstGeom>
          <a:solidFill>
            <a:schemeClr val="tx2">
              <a:lumMod val="75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5-конечная звезда 22"/>
          <p:cNvSpPr/>
          <p:nvPr/>
        </p:nvSpPr>
        <p:spPr>
          <a:xfrm rot="2018581">
            <a:off x="2705898" y="5631116"/>
            <a:ext cx="474784" cy="422031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4" name="Группа 23"/>
          <p:cNvGrpSpPr/>
          <p:nvPr/>
        </p:nvGrpSpPr>
        <p:grpSpPr>
          <a:xfrm rot="3511581">
            <a:off x="2931071" y="3994214"/>
            <a:ext cx="511784" cy="520690"/>
            <a:chOff x="3246856" y="1333733"/>
            <a:chExt cx="914088" cy="1168867"/>
          </a:xfrm>
        </p:grpSpPr>
        <p:sp>
          <p:nvSpPr>
            <p:cNvPr id="25" name="5-конечная звезда 24"/>
            <p:cNvSpPr/>
            <p:nvPr/>
          </p:nvSpPr>
          <p:spPr>
            <a:xfrm rot="19977805">
              <a:off x="3246856" y="1333733"/>
              <a:ext cx="914088" cy="1168867"/>
            </a:xfrm>
            <a:prstGeom prst="star5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5-конечная звезда 25"/>
            <p:cNvSpPr/>
            <p:nvPr/>
          </p:nvSpPr>
          <p:spPr>
            <a:xfrm rot="19977805">
              <a:off x="3339019" y="1465361"/>
              <a:ext cx="729762" cy="905608"/>
            </a:xfrm>
            <a:prstGeom prst="star5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759138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9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1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8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 tmFilter="0, 0; .2, .5; .8, .5; 1, 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250" autoRev="1" fill="hold"/>
                                        <p:tgtEl>
                                          <p:spTgt spid="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10711" y="325171"/>
            <a:ext cx="5109136" cy="1280890"/>
          </a:xfrm>
        </p:spPr>
        <p:txBody>
          <a:bodyPr/>
          <a:lstStyle/>
          <a:p>
            <a:r>
              <a:rPr lang="ru-RU" dirty="0" err="1" smtClean="0"/>
              <a:t>Тадаааааааааам</a:t>
            </a:r>
            <a:r>
              <a:rPr lang="ru-RU" dirty="0" smtClean="0"/>
              <a:t>: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2267" y="1342292"/>
            <a:ext cx="7548197" cy="5032131"/>
          </a:xfrm>
        </p:spPr>
      </p:pic>
      <p:grpSp>
        <p:nvGrpSpPr>
          <p:cNvPr id="5" name="Группа 4"/>
          <p:cNvGrpSpPr/>
          <p:nvPr/>
        </p:nvGrpSpPr>
        <p:grpSpPr>
          <a:xfrm>
            <a:off x="1570713" y="995024"/>
            <a:ext cx="1014187" cy="960195"/>
            <a:chOff x="3246856" y="1333733"/>
            <a:chExt cx="914088" cy="1168867"/>
          </a:xfrm>
        </p:grpSpPr>
        <p:sp>
          <p:nvSpPr>
            <p:cNvPr id="6" name="5-конечная звезда 5"/>
            <p:cNvSpPr/>
            <p:nvPr/>
          </p:nvSpPr>
          <p:spPr>
            <a:xfrm rot="19977805">
              <a:off x="3246856" y="1333733"/>
              <a:ext cx="914088" cy="1168867"/>
            </a:xfrm>
            <a:prstGeom prst="star5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5-конечная звезда 6"/>
            <p:cNvSpPr/>
            <p:nvPr/>
          </p:nvSpPr>
          <p:spPr>
            <a:xfrm rot="19977805">
              <a:off x="3339019" y="1465361"/>
              <a:ext cx="729762" cy="905608"/>
            </a:xfrm>
            <a:prstGeom prst="star5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8" name="4-конечная звезда 7"/>
          <p:cNvSpPr/>
          <p:nvPr/>
        </p:nvSpPr>
        <p:spPr>
          <a:xfrm rot="20246706">
            <a:off x="1662121" y="3533309"/>
            <a:ext cx="552882" cy="704627"/>
          </a:xfrm>
          <a:prstGeom prst="star4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 dirty="0"/>
          </a:p>
        </p:txBody>
      </p:sp>
      <p:sp>
        <p:nvSpPr>
          <p:cNvPr id="9" name="4-конечная звезда 8"/>
          <p:cNvSpPr/>
          <p:nvPr/>
        </p:nvSpPr>
        <p:spPr>
          <a:xfrm rot="16995135">
            <a:off x="1515919" y="2452292"/>
            <a:ext cx="673133" cy="466835"/>
          </a:xfrm>
          <a:prstGeom prst="star4">
            <a:avLst/>
          </a:prstGeom>
          <a:solidFill>
            <a:schemeClr val="tx2">
              <a:lumMod val="75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5-конечная звезда 9"/>
          <p:cNvSpPr/>
          <p:nvPr/>
        </p:nvSpPr>
        <p:spPr>
          <a:xfrm rot="2018581">
            <a:off x="2055556" y="4444154"/>
            <a:ext cx="474784" cy="422031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1" name="Группа 10"/>
          <p:cNvGrpSpPr/>
          <p:nvPr/>
        </p:nvGrpSpPr>
        <p:grpSpPr>
          <a:xfrm rot="3511581">
            <a:off x="2280729" y="2807252"/>
            <a:ext cx="511784" cy="520690"/>
            <a:chOff x="3246856" y="1333733"/>
            <a:chExt cx="914088" cy="1168867"/>
          </a:xfrm>
        </p:grpSpPr>
        <p:sp>
          <p:nvSpPr>
            <p:cNvPr id="12" name="5-конечная звезда 11"/>
            <p:cNvSpPr/>
            <p:nvPr/>
          </p:nvSpPr>
          <p:spPr>
            <a:xfrm rot="19977805">
              <a:off x="3246856" y="1333733"/>
              <a:ext cx="914088" cy="1168867"/>
            </a:xfrm>
            <a:prstGeom prst="star5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5-конечная звезда 12"/>
            <p:cNvSpPr/>
            <p:nvPr/>
          </p:nvSpPr>
          <p:spPr>
            <a:xfrm rot="19977805">
              <a:off x="3339019" y="1465361"/>
              <a:ext cx="729762" cy="905608"/>
            </a:xfrm>
            <a:prstGeom prst="star5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5" name="4-конечная звезда 14"/>
          <p:cNvSpPr/>
          <p:nvPr/>
        </p:nvSpPr>
        <p:spPr>
          <a:xfrm rot="19822438">
            <a:off x="10633874" y="1728135"/>
            <a:ext cx="369276" cy="515592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4-конечная звезда 15"/>
          <p:cNvSpPr/>
          <p:nvPr/>
        </p:nvSpPr>
        <p:spPr>
          <a:xfrm rot="19580768">
            <a:off x="11350069" y="1327917"/>
            <a:ext cx="255345" cy="339897"/>
          </a:xfrm>
          <a:prstGeom prst="star4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4-конечная звезда 16"/>
          <p:cNvSpPr/>
          <p:nvPr/>
        </p:nvSpPr>
        <p:spPr>
          <a:xfrm rot="19580768">
            <a:off x="9988872" y="909711"/>
            <a:ext cx="459057" cy="271488"/>
          </a:xfrm>
          <a:prstGeom prst="star4">
            <a:avLst/>
          </a:prstGeom>
          <a:solidFill>
            <a:schemeClr val="tx2">
              <a:lumMod val="75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8" name="Группа 17"/>
          <p:cNvGrpSpPr/>
          <p:nvPr/>
        </p:nvGrpSpPr>
        <p:grpSpPr>
          <a:xfrm rot="1014596">
            <a:off x="10672528" y="329348"/>
            <a:ext cx="677687" cy="683342"/>
            <a:chOff x="3246856" y="1333733"/>
            <a:chExt cx="914088" cy="1168867"/>
          </a:xfrm>
        </p:grpSpPr>
        <p:sp>
          <p:nvSpPr>
            <p:cNvPr id="19" name="5-конечная звезда 18"/>
            <p:cNvSpPr/>
            <p:nvPr/>
          </p:nvSpPr>
          <p:spPr>
            <a:xfrm rot="19977805">
              <a:off x="3246856" y="1333733"/>
              <a:ext cx="914088" cy="1168867"/>
            </a:xfrm>
            <a:prstGeom prst="star5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5-конечная звезда 19"/>
            <p:cNvSpPr/>
            <p:nvPr/>
          </p:nvSpPr>
          <p:spPr>
            <a:xfrm rot="19977805">
              <a:off x="3339019" y="1465361"/>
              <a:ext cx="729762" cy="905608"/>
            </a:xfrm>
            <a:prstGeom prst="star5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1" name="5-конечная звезда 20"/>
          <p:cNvSpPr/>
          <p:nvPr/>
        </p:nvSpPr>
        <p:spPr>
          <a:xfrm rot="2018581">
            <a:off x="10510203" y="2775817"/>
            <a:ext cx="474784" cy="422031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5-конечная звезда 21"/>
          <p:cNvSpPr/>
          <p:nvPr/>
        </p:nvSpPr>
        <p:spPr>
          <a:xfrm>
            <a:off x="10425735" y="5045655"/>
            <a:ext cx="474784" cy="422031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3" name="Группа 22"/>
          <p:cNvGrpSpPr/>
          <p:nvPr/>
        </p:nvGrpSpPr>
        <p:grpSpPr>
          <a:xfrm rot="3402900">
            <a:off x="10766993" y="4000826"/>
            <a:ext cx="488761" cy="549043"/>
            <a:chOff x="3246856" y="1333733"/>
            <a:chExt cx="914088" cy="1168867"/>
          </a:xfrm>
        </p:grpSpPr>
        <p:sp>
          <p:nvSpPr>
            <p:cNvPr id="24" name="5-конечная звезда 23"/>
            <p:cNvSpPr/>
            <p:nvPr/>
          </p:nvSpPr>
          <p:spPr>
            <a:xfrm rot="19977805">
              <a:off x="3246856" y="1333733"/>
              <a:ext cx="914088" cy="1168867"/>
            </a:xfrm>
            <a:prstGeom prst="star5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5-конечная звезда 24"/>
            <p:cNvSpPr/>
            <p:nvPr/>
          </p:nvSpPr>
          <p:spPr>
            <a:xfrm rot="19977805">
              <a:off x="3339019" y="1465361"/>
              <a:ext cx="729762" cy="905608"/>
            </a:xfrm>
            <a:prstGeom prst="star5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6" name="4-конечная звезда 25"/>
          <p:cNvSpPr/>
          <p:nvPr/>
        </p:nvSpPr>
        <p:spPr>
          <a:xfrm rot="19580768">
            <a:off x="8869547" y="942739"/>
            <a:ext cx="255345" cy="339897"/>
          </a:xfrm>
          <a:prstGeom prst="star4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4-конечная звезда 26"/>
          <p:cNvSpPr/>
          <p:nvPr/>
        </p:nvSpPr>
        <p:spPr>
          <a:xfrm rot="19580768">
            <a:off x="11605342" y="140666"/>
            <a:ext cx="459057" cy="599345"/>
          </a:xfrm>
          <a:prstGeom prst="star4">
            <a:avLst/>
          </a:prstGeom>
          <a:solidFill>
            <a:schemeClr val="tx2">
              <a:lumMod val="75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9872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8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4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 tmFilter="0, 0; .2, .5; .8, .5; 1, 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25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3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4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5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6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8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9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0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1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2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3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5" grpId="0" animBg="1"/>
      <p:bldP spid="16" grpId="0" animBg="1"/>
      <p:bldP spid="17" grpId="0" animBg="1"/>
      <p:bldP spid="21" grpId="0" animBg="1"/>
      <p:bldP spid="22" grpId="0" animBg="1"/>
      <p:bldP spid="26" grpId="0" animBg="1"/>
      <p:bldP spid="2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63163" y="263625"/>
            <a:ext cx="7228083" cy="1280890"/>
          </a:xfrm>
        </p:spPr>
        <p:txBody>
          <a:bodyPr/>
          <a:lstStyle/>
          <a:p>
            <a:r>
              <a:rPr lang="ru-RU" dirty="0" smtClean="0">
                <a:latin typeface="Cascadia Code ExtraLight" panose="020B0609020000020004" pitchFamily="49" charset="0"/>
                <a:cs typeface="Cascadia Code ExtraLight" panose="020B0609020000020004" pitchFamily="49" charset="0"/>
              </a:rPr>
              <a:t>Думали, что это все, на что мы способны???</a:t>
            </a:r>
            <a:endParaRPr lang="ru-RU" dirty="0">
              <a:latin typeface="Cascadia Code ExtraLight" panose="020B0609020000020004" pitchFamily="49" charset="0"/>
              <a:cs typeface="Cascadia Code ExtraLight" panose="020B0609020000020004" pitchFamily="49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466492" y="571503"/>
            <a:ext cx="584688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 smtClean="0"/>
              <a:t>Вы ошиблись и это повлекло последствия….</a:t>
            </a:r>
            <a:endParaRPr lang="ru-RU" sz="32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3631" y="1648721"/>
            <a:ext cx="2452358" cy="4992077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9675" y="1852393"/>
            <a:ext cx="2931906" cy="4554416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9618" y="1852393"/>
            <a:ext cx="3255696" cy="4554416"/>
          </a:xfrm>
          <a:prstGeom prst="rect">
            <a:avLst/>
          </a:prstGeom>
        </p:spPr>
      </p:pic>
      <p:sp>
        <p:nvSpPr>
          <p:cNvPr id="7" name="4-конечная звезда 6"/>
          <p:cNvSpPr/>
          <p:nvPr/>
        </p:nvSpPr>
        <p:spPr>
          <a:xfrm>
            <a:off x="10533880" y="198074"/>
            <a:ext cx="589085" cy="514187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4-конечная звезда 7"/>
          <p:cNvSpPr/>
          <p:nvPr/>
        </p:nvSpPr>
        <p:spPr>
          <a:xfrm>
            <a:off x="10307044" y="752804"/>
            <a:ext cx="382465" cy="56254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4-конечная звезда 8"/>
          <p:cNvSpPr/>
          <p:nvPr/>
        </p:nvSpPr>
        <p:spPr>
          <a:xfrm>
            <a:off x="10879611" y="1086178"/>
            <a:ext cx="382465" cy="56254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6003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707224" y="342756"/>
            <a:ext cx="8028184" cy="1204690"/>
          </a:xfrm>
        </p:spPr>
        <p:txBody>
          <a:bodyPr>
            <a:noAutofit/>
          </a:bodyPr>
          <a:lstStyle/>
          <a:p>
            <a:r>
              <a:rPr lang="ru-RU" sz="4400" dirty="0" smtClean="0"/>
              <a:t>Теперь вы все обречены )))</a:t>
            </a:r>
            <a:endParaRPr lang="ru-RU" sz="44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791" b="6488"/>
          <a:stretch/>
        </p:blipFill>
        <p:spPr>
          <a:xfrm>
            <a:off x="4173260" y="1380390"/>
            <a:ext cx="4626373" cy="4906109"/>
          </a:xfrm>
          <a:prstGeom prst="rect">
            <a:avLst/>
          </a:prstGeom>
        </p:spPr>
      </p:pic>
      <p:sp>
        <p:nvSpPr>
          <p:cNvPr id="4" name="Улыбающееся лицо 3"/>
          <p:cNvSpPr/>
          <p:nvPr/>
        </p:nvSpPr>
        <p:spPr>
          <a:xfrm>
            <a:off x="9788291" y="1990724"/>
            <a:ext cx="615461" cy="624254"/>
          </a:xfrm>
          <a:prstGeom prst="smileyFac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Улыбающееся лицо 4"/>
          <p:cNvSpPr/>
          <p:nvPr/>
        </p:nvSpPr>
        <p:spPr>
          <a:xfrm>
            <a:off x="2844154" y="4170485"/>
            <a:ext cx="615461" cy="624254"/>
          </a:xfrm>
          <a:prstGeom prst="smileyFac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Улыбающееся лицо 5"/>
          <p:cNvSpPr/>
          <p:nvPr/>
        </p:nvSpPr>
        <p:spPr>
          <a:xfrm>
            <a:off x="3184602" y="1806820"/>
            <a:ext cx="615461" cy="624254"/>
          </a:xfrm>
          <a:prstGeom prst="smileyFac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Улыбающееся лицо 7"/>
          <p:cNvSpPr/>
          <p:nvPr/>
        </p:nvSpPr>
        <p:spPr>
          <a:xfrm>
            <a:off x="1604324" y="2431074"/>
            <a:ext cx="615461" cy="624254"/>
          </a:xfrm>
          <a:prstGeom prst="smileyFac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Улыбающееся лицо 8"/>
          <p:cNvSpPr/>
          <p:nvPr/>
        </p:nvSpPr>
        <p:spPr>
          <a:xfrm>
            <a:off x="10938365" y="756136"/>
            <a:ext cx="615461" cy="624254"/>
          </a:xfrm>
          <a:prstGeom prst="smileyFac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Улыбающееся лицо 9"/>
          <p:cNvSpPr/>
          <p:nvPr/>
        </p:nvSpPr>
        <p:spPr>
          <a:xfrm>
            <a:off x="10978507" y="3209190"/>
            <a:ext cx="615461" cy="624254"/>
          </a:xfrm>
          <a:prstGeom prst="smileyFac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Улыбающееся лицо 10"/>
          <p:cNvSpPr/>
          <p:nvPr/>
        </p:nvSpPr>
        <p:spPr>
          <a:xfrm>
            <a:off x="1441784" y="5605093"/>
            <a:ext cx="615461" cy="624254"/>
          </a:xfrm>
          <a:prstGeom prst="smileyFac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Улыбающееся лицо 12"/>
          <p:cNvSpPr/>
          <p:nvPr/>
        </p:nvSpPr>
        <p:spPr>
          <a:xfrm>
            <a:off x="10072180" y="4957391"/>
            <a:ext cx="615461" cy="647702"/>
          </a:xfrm>
          <a:prstGeom prst="smileyFac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8931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57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8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0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  <p:bldP spid="9" grpId="0" animBg="1"/>
      <p:bldP spid="10" grpId="0" animBg="1"/>
      <p:bldP spid="11" grpId="0" animBg="1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122"/>
          <a:stretch/>
        </p:blipFill>
        <p:spPr>
          <a:xfrm>
            <a:off x="3086099" y="0"/>
            <a:ext cx="6791325" cy="674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038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Легкий дым">
  <a:themeElements>
    <a:clrScheme name="Wisp">
      <a:dk1>
        <a:sysClr val="windowText" lastClr="000000"/>
      </a:dk1>
      <a:lt1>
        <a:sysClr val="window" lastClr="FFFFFF"/>
      </a:lt1>
      <a:dk2>
        <a:srgbClr val="2C333A"/>
      </a:dk2>
      <a:lt2>
        <a:srgbClr val="D6ECED"/>
      </a:lt2>
      <a:accent1>
        <a:srgbClr val="DE32DE"/>
      </a:accent1>
      <a:accent2>
        <a:srgbClr val="F42B8A"/>
      </a:accent2>
      <a:accent3>
        <a:srgbClr val="349FE7"/>
      </a:accent3>
      <a:accent4>
        <a:srgbClr val="565FF8"/>
      </a:accent4>
      <a:accent5>
        <a:srgbClr val="876BE7"/>
      </a:accent5>
      <a:accent6>
        <a:srgbClr val="F268C2"/>
      </a:accent6>
      <a:hlink>
        <a:srgbClr val="F55CF9"/>
      </a:hlink>
      <a:folHlink>
        <a:srgbClr val="E8A0EE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F20B7C8E-B819-43F3-AAF9-EE50B1A8363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70</TotalTime>
  <Words>48</Words>
  <Application>Microsoft Office PowerPoint</Application>
  <PresentationFormat>Широкоэкранный</PresentationFormat>
  <Paragraphs>10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3" baseType="lpstr">
      <vt:lpstr>Arial</vt:lpstr>
      <vt:lpstr>Baskerville Old Face</vt:lpstr>
      <vt:lpstr>Cascadia Code ExtraLight</vt:lpstr>
      <vt:lpstr>Cascadia Mono ExtraLight</vt:lpstr>
      <vt:lpstr>Century Gothic</vt:lpstr>
      <vt:lpstr>Wingdings 3</vt:lpstr>
      <vt:lpstr>Легкий дым</vt:lpstr>
      <vt:lpstr>Разработка Шара Судьбы</vt:lpstr>
      <vt:lpstr>Скажите волшебный вопрос…</vt:lpstr>
      <vt:lpstr>Тадаааааааааам:</vt:lpstr>
      <vt:lpstr>Думали, что это все, на что мы способны???</vt:lpstr>
      <vt:lpstr>Теперь вы все обречены )))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Шара Судьбы</dc:title>
  <dc:creator>User</dc:creator>
  <cp:lastModifiedBy>User</cp:lastModifiedBy>
  <cp:revision>7</cp:revision>
  <dcterms:created xsi:type="dcterms:W3CDTF">2025-12-12T12:23:04Z</dcterms:created>
  <dcterms:modified xsi:type="dcterms:W3CDTF">2025-12-12T13:33:26Z</dcterms:modified>
</cp:coreProperties>
</file>